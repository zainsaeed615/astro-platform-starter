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bluejayfams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bluejayfams.com/family-court-counseling-california/" TargetMode="External"/><Relationship Id="rId2" Type="http://schemas.openxmlformats.org/officeDocument/2006/relationships/hyperlink" Target="https://bluejayfams.com/ashley-saldana/" TargetMode="External"/><Relationship Id="rId3" Type="http://schemas.openxmlformats.org/officeDocument/2006/relationships/hyperlink" Target="https://bluejayfams.com/specialities/" TargetMode="External"/><Relationship Id="rId4" Type="http://schemas.openxmlformats.org/officeDocument/2006/relationships/hyperlink" Target="https://bluejayfams.com/court-services/" TargetMode="External"/><Relationship Id="rId5" Type="http://schemas.openxmlformats.org/officeDocument/2006/relationships/hyperlink" Target="https://bluejayfams.com/therapy-faqs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bluejayfams.com/family-court-counseling-california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bluejayfams.com/ashley-saldana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bluejayfams.com/specialiti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bluejayfams.com/court-servic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bluejayfams.com/therapy-faq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5C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822960"/>
            <a:ext cx="1051560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7315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Report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37947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on-page optimization for five pages covering family court counseling, therapy services, court services, a provider profile, and therapy FAQs.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75320" y="384048"/>
            <a:ext cx="3456432" cy="5138928"/>
          </a:xfrm>
          <a:prstGeom prst="roundRect">
            <a:avLst>
              <a:gd name="adj" fmla="val 2116"/>
            </a:avLst>
          </a:prstGeom>
          <a:solidFill>
            <a:srgbClr val="033E7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566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THIS REPORT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1051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06840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Court Counseling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06840" y="1325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/family-court-counseling-california/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0" y="1892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06840" y="18928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Saldaña, LCSW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21671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/ashley-saldana/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27340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2734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06840" y="30083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/specialities/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35753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3575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Services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38496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/court-services/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4165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06840" y="4416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FAQs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06840" y="46908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/therapy-faqs/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5870448"/>
            <a:ext cx="4937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Jay Family Services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5870448"/>
            <a:ext cx="2926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14, 2026</a:t>
            </a:r>
            <a:endParaRPr lang="en-US" sz="1400" dirty="0"/>
          </a:p>
        </p:txBody>
      </p:sp>
      <p:sp>
        <p:nvSpPr>
          <p:cNvPr id="27" name="Text 25">
            <a:hlinkClick r:id="rId1" tooltip=""/>
          </p:cNvPr>
          <p:cNvSpPr/>
          <p:nvPr/>
        </p:nvSpPr>
        <p:spPr>
          <a:xfrm>
            <a:off x="8503920" y="5870448"/>
            <a:ext cx="3200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bluejayfams.com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on-page foundation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024128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optimization was completed for five important pages of Blue Jay Family Services. The work strengthens page-level SEO, keyword relevance, internal linking, image accessibility, and indexability, while staying aligned with mental health, therapy, family counseling, and court-related services.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1920240"/>
            <a:ext cx="2779776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121408"/>
            <a:ext cx="420624" cy="420624"/>
          </a:xfrm>
          <a:prstGeom prst="roundRect">
            <a:avLst>
              <a:gd name="adj" fmla="val 43478"/>
            </a:avLst>
          </a:prstGeom>
          <a:solidFill>
            <a:srgbClr val="E8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7066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and metas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now has a clear SEO title and meta description.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46704" y="1920240"/>
            <a:ext cx="2779776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47872" y="2121408"/>
            <a:ext cx="420624" cy="420624"/>
          </a:xfrm>
          <a:prstGeom prst="roundRect">
            <a:avLst>
              <a:gd name="adj" fmla="val 43478"/>
            </a:avLst>
          </a:prstGeom>
          <a:solidFill>
            <a:srgbClr val="E8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3547872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47872" y="27066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relevance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47872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terms were added naturally into the existing content.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54496" y="1920240"/>
            <a:ext cx="2779776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2121408"/>
            <a:ext cx="420624" cy="420624"/>
          </a:xfrm>
          <a:prstGeom prst="roundRect">
            <a:avLst>
              <a:gd name="adj" fmla="val 43478"/>
            </a:avLst>
          </a:prstGeom>
          <a:solidFill>
            <a:srgbClr val="E8F1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55664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55664" y="27066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55664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services and information are connected across pages.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62288" y="1920240"/>
            <a:ext cx="2779776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63456" y="2121408"/>
            <a:ext cx="420624" cy="420624"/>
          </a:xfrm>
          <a:prstGeom prst="roundRect">
            <a:avLst>
              <a:gd name="adj" fmla="val 43478"/>
            </a:avLst>
          </a:prstGeom>
          <a:solidFill>
            <a:srgbClr val="E8F1FB"/>
          </a:solidFill>
          <a:ln/>
        </p:spPr>
      </p:sp>
      <p:sp>
        <p:nvSpPr>
          <p:cNvPr id="28" name="Text 26"/>
          <p:cNvSpPr/>
          <p:nvPr/>
        </p:nvSpPr>
        <p:spPr>
          <a:xfrm>
            <a:off x="9363456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63456" y="27066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indexing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63456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have descriptive alt text, and indexability was reviewed.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8912" y="4709160"/>
            <a:ext cx="1131112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8646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WORK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" y="5157216"/>
            <a:ext cx="10835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focused on existing website content. Relevance to the practice’s mental health, therapy, family counseling, and court-related services was maintained. The five page URLs were reviewed for search engine indexability, and the Ashley Saldaña page was checked for a self-referencing canonical URL.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OPTIMIZED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 updated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9875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received an SEO title, meta description, keyword integration, internal links, alt text, and an indexability review.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1408176"/>
            <a:ext cx="11311128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1627632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045CB4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151790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Court Counseling California</a:t>
            </a:r>
            <a:endParaRPr lang="en-US" sz="160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1207008" y="18470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/family-court-counseling-california/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155448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Court Counseling California | Ontario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" y="2377440"/>
            <a:ext cx="11311128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" y="2596896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045CB4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248716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Saldaña</a:t>
            </a:r>
            <a:endParaRPr lang="en-US" sz="1600" dirty="0"/>
          </a:p>
        </p:txBody>
      </p:sp>
      <p:sp>
        <p:nvSpPr>
          <p:cNvPr id="21" name="Text 19">
            <a:hlinkClick r:id="rId2" tooltip=""/>
          </p:cNvPr>
          <p:cNvSpPr/>
          <p:nvPr/>
        </p:nvSpPr>
        <p:spPr>
          <a:xfrm>
            <a:off x="1207008" y="28163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/ashley-saldana/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52374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Saldaña LCSW | Professional Mental Health Support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" y="3346704"/>
            <a:ext cx="11311128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" y="3566160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045CB4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345643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Specialities</a:t>
            </a:r>
            <a:endParaRPr lang="en-US" sz="1600" dirty="0"/>
          </a:p>
        </p:txBody>
      </p:sp>
      <p:sp>
        <p:nvSpPr>
          <p:cNvPr id="27" name="Text 25">
            <a:hlinkClick r:id="rId3" tooltip=""/>
          </p:cNvPr>
          <p:cNvSpPr/>
          <p:nvPr/>
        </p:nvSpPr>
        <p:spPr>
          <a:xfrm>
            <a:off x="1207008" y="37856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/specialities/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349300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Services | Trusted Support for Life’s Challenges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" y="4315968"/>
            <a:ext cx="11311128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535424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045CB4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" y="4535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07008" y="442569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Services</a:t>
            </a:r>
            <a:endParaRPr lang="en-US" sz="1600" dirty="0"/>
          </a:p>
        </p:txBody>
      </p:sp>
      <p:sp>
        <p:nvSpPr>
          <p:cNvPr id="33" name="Text 31">
            <a:hlinkClick r:id="rId4" tooltip=""/>
          </p:cNvPr>
          <p:cNvSpPr/>
          <p:nvPr/>
        </p:nvSpPr>
        <p:spPr>
          <a:xfrm>
            <a:off x="1207008" y="4754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/court-services/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446227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Mandated Counseling | Trusted Support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8912" y="5285232"/>
            <a:ext cx="11311128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" y="5504688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045CB4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" y="5504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07008" y="53949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FAQs</a:t>
            </a:r>
            <a:endParaRPr lang="en-US" sz="1600" dirty="0"/>
          </a:p>
        </p:txBody>
      </p:sp>
      <p:sp>
        <p:nvSpPr>
          <p:cNvPr id="39" name="Text 37">
            <a:hlinkClick r:id="rId5" tooltip=""/>
          </p:cNvPr>
          <p:cNvSpPr/>
          <p:nvPr/>
        </p:nvSpPr>
        <p:spPr>
          <a:xfrm>
            <a:off x="1207008" y="57241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/therapy-faqs/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40880" y="5431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FAQs | Helpful Questions &amp; Answers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01 OF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Court Counseling California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17</a:t>
            </a:r>
            <a:endParaRPr lang="en-US" sz="11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38912" y="9601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https://bluejayfams.com/family-court-counseling-california/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46920" y="932688"/>
            <a:ext cx="2103120" cy="310896"/>
          </a:xfrm>
          <a:prstGeom prst="roundRect">
            <a:avLst>
              <a:gd name="adj" fmla="val 1470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6920" y="932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1371600"/>
            <a:ext cx="11311128" cy="1078992"/>
          </a:xfrm>
          <a:prstGeom prst="roundRect">
            <a:avLst>
              <a:gd name="adj" fmla="val 8475"/>
            </a:avLst>
          </a:prstGeom>
          <a:solidFill>
            <a:srgbClr val="E8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148132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TITLE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737360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Court Counseling California | Ontario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" y="2578608"/>
            <a:ext cx="113111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68833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2944368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court counseling in Ontario, CA for adults facing court-related stress, parenting and communication issues. Call 909-544-9322.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12" y="3877056"/>
            <a:ext cx="11311128" cy="2523744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0050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" y="4370832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370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43342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the SEO title and meta description.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" y="4754880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4754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7183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relevant family court counseling keywords into the page content.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" y="5138928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5138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51023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internal links to relevant service pages.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" y="5522976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5522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54864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descriptive image alt text.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4944" y="5907024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5907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5870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page indexability and SEO metadata.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 OF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Saldaña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17</a:t>
            </a:r>
            <a:endParaRPr lang="en-US" sz="11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38912" y="9601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https://bluejayfams.com/ashley-saldana/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46920" y="932688"/>
            <a:ext cx="2103120" cy="310896"/>
          </a:xfrm>
          <a:prstGeom prst="roundRect">
            <a:avLst>
              <a:gd name="adj" fmla="val 1470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6920" y="932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1371600"/>
            <a:ext cx="11311128" cy="1078992"/>
          </a:xfrm>
          <a:prstGeom prst="roundRect">
            <a:avLst>
              <a:gd name="adj" fmla="val 8475"/>
            </a:avLst>
          </a:prstGeom>
          <a:solidFill>
            <a:srgbClr val="E8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148132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TITLE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737360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Saldaña LCSW | Professional Mental Health Support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" y="2578608"/>
            <a:ext cx="113111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68833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2944368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Ashley Saldaña, LCSW, at Blue Jay Family Services for compassionate mental health support, emotional healing, and personalized care.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12" y="3877056"/>
            <a:ext cx="11311128" cy="2523744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0050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" y="4370832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370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43342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the SEO title and meta description.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" y="4754880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4754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7183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relevant mental health and professional service keywords into the page content.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" y="5138928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5138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51023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internal links to relevant website pages.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" y="5522976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5522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54864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descriptive image alt text.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4944" y="5907024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5907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5870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indexability and the self-referencing canonical URL.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 OF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17</a:t>
            </a:r>
            <a:endParaRPr lang="en-US" sz="11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38912" y="9601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https://bluejayfams.com/specialities/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46920" y="932688"/>
            <a:ext cx="2103120" cy="310896"/>
          </a:xfrm>
          <a:prstGeom prst="roundRect">
            <a:avLst>
              <a:gd name="adj" fmla="val 1470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6920" y="932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1371600"/>
            <a:ext cx="11311128" cy="1078992"/>
          </a:xfrm>
          <a:prstGeom prst="roundRect">
            <a:avLst>
              <a:gd name="adj" fmla="val 8475"/>
            </a:avLst>
          </a:prstGeom>
          <a:solidFill>
            <a:srgbClr val="E8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148132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TITLE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737360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Services | Trusted Support for Life’s Challenges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" y="2578608"/>
            <a:ext cx="113111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68833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2944368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compassionate therapy services for anxiety, trauma, young adults, motherhood, parenting, and relationship concerns at Blue Jay Family Services.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12" y="3877056"/>
            <a:ext cx="11311128" cy="2523744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0050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" y="4370832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370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43342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the SEO title and meta description.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" y="4754880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4754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7183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relevant therapy and counseling keywords to the content.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" y="5138928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5138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51023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internal links to related therapy and counseling pages.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" y="5522976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5522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54864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descriptive image alt text.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4944" y="5907024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5907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5870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page indexability and metadata.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 OF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Services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17</a:t>
            </a:r>
            <a:endParaRPr lang="en-US" sz="11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38912" y="9601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https://bluejayfams.com/court-services/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46920" y="932688"/>
            <a:ext cx="2103120" cy="310896"/>
          </a:xfrm>
          <a:prstGeom prst="roundRect">
            <a:avLst>
              <a:gd name="adj" fmla="val 1470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6920" y="932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1371600"/>
            <a:ext cx="11311128" cy="1078992"/>
          </a:xfrm>
          <a:prstGeom prst="roundRect">
            <a:avLst>
              <a:gd name="adj" fmla="val 8475"/>
            </a:avLst>
          </a:prstGeom>
          <a:solidFill>
            <a:srgbClr val="E8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148132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TITLE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737360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Mandated Counseling | Trusted Support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" y="2578608"/>
            <a:ext cx="113111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68833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2944368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mandated counseling for anger management, reunification, co-parenting, and court-ordered counseling at Blue Jay Family Services.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12" y="3877056"/>
            <a:ext cx="11311128" cy="2523744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0050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" y="4370832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370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43342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the SEO title and meta description.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" y="4754880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4754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7183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court-related counseling keywords naturally into the page content.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" y="5138928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5138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51023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internal links to relevant counseling services.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" y="5522976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5522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54864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descriptive image alt text.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4944" y="5907024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5907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5870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page's indexability and SEO metadata.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 OF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FAQs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17</a:t>
            </a:r>
            <a:endParaRPr lang="en-US" sz="11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438912" y="9601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https://bluejayfams.com/therapy-faqs/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46920" y="932688"/>
            <a:ext cx="2103120" cy="310896"/>
          </a:xfrm>
          <a:prstGeom prst="roundRect">
            <a:avLst>
              <a:gd name="adj" fmla="val 1470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6920" y="932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1371600"/>
            <a:ext cx="11311128" cy="1078992"/>
          </a:xfrm>
          <a:prstGeom prst="roundRect">
            <a:avLst>
              <a:gd name="adj" fmla="val 8475"/>
            </a:avLst>
          </a:prstGeom>
          <a:solidFill>
            <a:srgbClr val="E8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148132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TITLE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737360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FAQs | Helpful Questions &amp; Answers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" y="2578608"/>
            <a:ext cx="113111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68833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2944368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helpful answers to common therapy FAQs about confidentiality, online therapy, fees, insurance, cancellations, and getting started.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12" y="3877056"/>
            <a:ext cx="11311128" cy="2523744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0050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" y="4370832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370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43342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the SEO title and meta description.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" y="4754880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4754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7183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relevant therapy FAQ keywords into the page content.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" y="5138928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5138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51023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internal links to relevant service pages.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" y="5522976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5522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54864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descriptive image alt text.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4944" y="5907024"/>
            <a:ext cx="219456" cy="219456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5907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58704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page indexability and available SEO metadata.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OPTIMIZATION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terms placed in context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987552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keywords were incorporated into the appropriate page content to improve topical relevance for counseling and therapy services.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1481328"/>
            <a:ext cx="2194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6276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" y="1956816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Management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1481328"/>
            <a:ext cx="2194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16276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07792" y="1956816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Court-Ordered Counseling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47488" y="1481328"/>
            <a:ext cx="2194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6276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1956816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Reunification Counseling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51776" y="1481328"/>
            <a:ext cx="2194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368" y="16276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16368" y="1956816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Co-Parenting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56064" y="1481328"/>
            <a:ext cx="2194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0656" y="162763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20656" y="1956816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Co-Parenting Counseling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912" y="3346704"/>
            <a:ext cx="11311128" cy="3035808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35112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KEYWORDS WERE APPLIED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" y="3913632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E8F1FB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25296" y="391363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relevant keywords naturally within the existing page content.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656" y="448056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E8F1FB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25296" y="448056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keywords with the relevant service pages.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6656" y="5047488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E8F1FB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25296" y="504748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the relevance of content for court-related counseling and family support.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6656" y="5614416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E8F1FB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" y="5614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25296" y="5614416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connections between related service topics through internal linking.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services now connect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987552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links were added across the selected pages so visitors and search engines can move between related services and information.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1536192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1792224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045CB4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16736" y="182880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services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" y="254203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court counseling content is connected with relevant court services.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81344" y="1536192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1792224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045CB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9168" y="182880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and specialties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254203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and specialty content links to related counseling pages.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8912" y="3867912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4123944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045CB4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16736" y="416052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navigation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" y="487375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pages and informational content are easier to move between.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81344" y="3867912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4123944"/>
            <a:ext cx="475488" cy="475488"/>
          </a:xfrm>
          <a:prstGeom prst="roundRect">
            <a:avLst>
              <a:gd name="adj" fmla="val 30769"/>
            </a:avLst>
          </a:prstGeom>
          <a:solidFill>
            <a:srgbClr val="045CB4"/>
          </a:solidFill>
          <a:ln/>
        </p:spPr>
      </p:sp>
      <p:sp>
        <p:nvSpPr>
          <p:cNvPr id="28" name="Text 26"/>
          <p:cNvSpPr/>
          <p:nvPr/>
        </p:nvSpPr>
        <p:spPr>
          <a:xfrm>
            <a:off x="6419088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59168" y="416052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context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37376" y="4873752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relevant pages are easier for search engines to understand.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ALT 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text on relevant images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987552"/>
            <a:ext cx="11292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alt text was added to relevant images across the five selected pages.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1481328"/>
            <a:ext cx="1131112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773936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E8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6276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19933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using screen readers receive a useful description of each relevant image.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" y="2688336"/>
            <a:ext cx="1131112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80944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E8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809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83464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context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2004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receive clearer context about what those images show.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8912" y="3895344"/>
            <a:ext cx="1131112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18795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E8F1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87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04164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4074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relevant text supports image search understanding.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38912" y="5102352"/>
            <a:ext cx="1131112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394960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E8F1F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94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24865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alignment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56144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descriptions align with the subject of each page where appropriate.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METADATA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and descriptions for all five pages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024128"/>
            <a:ext cx="27797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1155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purpose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140817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snippet states what the page is for.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46704" y="1024128"/>
            <a:ext cx="27797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1155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terms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3008" y="140817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counseling and therapy terms are included.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024128"/>
            <a:ext cx="27797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1155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display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40817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are easier to understand in search results.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62288" y="1024128"/>
            <a:ext cx="27797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08592" y="11155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match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08592" y="140817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stays relevant to the page and the practice.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2267712"/>
          <a:ext cx="11311128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794760"/>
                <a:gridCol w="5047488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C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C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CB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Court Counseling California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Court Counseling California | Ontario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court counseling in Ontario, CA for adults facing court-related stress, parenting and communication issues. Call 909-544-9322.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Ashley Saldaña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Ashley Saldaña LCSW | Professional Mental Health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 Ashley Saldaña, LCSW, at Blue Jay Family Services for compassionate mental health support, emotional healing, and personalized care.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Therapy Services | Trusted Support for Life’s Challenges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compassionate therapy services for anxiety, trauma, young adults, motherhood, parenting, and relationship concerns at Blue Jay Family Services.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Mandated Counseling | Trusted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mandated counseling for anger management, reunification, co-parenting, and court-ordered counseling at Blue Jay Family Services.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Therapy FAQs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Therapy FAQs | Helpful Questions &amp; Answers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helpful answers to common therapy FAQs about confidentiality, online therapy, fees, insurance, cancellations, and getting started.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63500" marB="635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INDEXABILITY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checked for search access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097280"/>
            <a:ext cx="113111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1463040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5024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URLs reported as indexable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5024" y="16824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listed page URLs were confirmed as indexable during review.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" y="2395728"/>
            <a:ext cx="113111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2761488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5024" y="2578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on Ashley Saldaña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5024" y="29809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Ashley Saldaña page was checked for a self-referencing canonical URL.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8912" y="3694176"/>
            <a:ext cx="1131112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4059936"/>
            <a:ext cx="420624" cy="420624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35024" y="38770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metadata reviewed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35024" y="42793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SEO titles, descriptions, and related metadata were reviewed.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912" y="5047488"/>
            <a:ext cx="11311128" cy="1335024"/>
          </a:xfrm>
          <a:prstGeom prst="roundRect">
            <a:avLst>
              <a:gd name="adj" fmla="val 6849"/>
            </a:avLst>
          </a:prstGeom>
          <a:solidFill>
            <a:srgbClr val="E8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519379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" y="5486400"/>
            <a:ext cx="10835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Indexability does not guarantee that a page is indexed by Google or will appear in search results. Rankings, impressions, clicks, and traffic still depend on crawling, competition, website authority, and ongoing SEO work.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on-page activities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17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097280"/>
          <a:ext cx="11311128" cy="914400"/>
        </p:xfrm>
        <a:graphic>
          <a:graphicData uri="http://schemas.openxmlformats.org/drawingml/2006/table">
            <a:tbl>
              <a:tblPr/>
              <a:tblGrid>
                <a:gridCol w="8385048"/>
                <a:gridCol w="29260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activity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101600" marB="1016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101600" marB="1016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CB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title 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description 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integration into content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linking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alt text 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Indexability review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 URL review for the Ashley Saldaña page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counseling service keyword targeting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work supports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097280"/>
            <a:ext cx="73609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2801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IMPROVEMENTS MAY HELP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" y="1737360"/>
            <a:ext cx="420624" cy="420624"/>
          </a:xfrm>
          <a:prstGeom prst="roundRect">
            <a:avLst>
              <a:gd name="adj" fmla="val 34783"/>
            </a:avLst>
          </a:prstGeom>
          <a:solidFill>
            <a:srgbClr val="E8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7373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understanding of each page’s topic and services.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" y="2578608"/>
            <a:ext cx="420624" cy="420624"/>
          </a:xfrm>
          <a:prstGeom prst="roundRect">
            <a:avLst>
              <a:gd name="adj" fmla="val 34783"/>
            </a:avLst>
          </a:prstGeom>
          <a:solidFill>
            <a:srgbClr val="E8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57860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relevance for targeted counseling and therapy searches.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" y="3419856"/>
            <a:ext cx="420624" cy="420624"/>
          </a:xfrm>
          <a:prstGeom prst="roundRect">
            <a:avLst>
              <a:gd name="adj" fmla="val 34783"/>
            </a:avLst>
          </a:prstGeom>
          <a:solidFill>
            <a:srgbClr val="E8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419856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navigation between related pages.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656" y="4261104"/>
            <a:ext cx="420624" cy="420624"/>
          </a:xfrm>
          <a:prstGeom prst="roundRect">
            <a:avLst>
              <a:gd name="adj" fmla="val 34783"/>
            </a:avLst>
          </a:prstGeom>
          <a:solidFill>
            <a:srgbClr val="E8F1F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261104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image accessibility and contextual relevance.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" y="5102352"/>
            <a:ext cx="420624" cy="420624"/>
          </a:xfrm>
          <a:prstGeom prst="roundRect">
            <a:avLst>
              <a:gd name="adj" fmla="val 34783"/>
            </a:avLst>
          </a:prstGeom>
          <a:solidFill>
            <a:srgbClr val="E8F1FB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510235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organic search visibility over time.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73568" y="1097280"/>
            <a:ext cx="3776472" cy="5257800"/>
          </a:xfrm>
          <a:prstGeom prst="roundRect">
            <a:avLst>
              <a:gd name="adj" fmla="val 2421"/>
            </a:avLst>
          </a:prstGeom>
          <a:solidFill>
            <a:srgbClr val="033E7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13533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7E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EXPECTATION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11312" y="1920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take time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11312" y="2697480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changes in rankings, impressions, clicks, and traffic depend on Google’s crawling and indexing, competition, website authority, and ongoing SEO efforts.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11312" y="4892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covers completed on-page work. It does not project a ranking or traffic outcome.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46BD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37744"/>
            <a:ext cx="164592" cy="164592"/>
          </a:xfrm>
          <a:prstGeom prst="roundRect">
            <a:avLst>
              <a:gd name="adj" fmla="val 166667"/>
            </a:avLst>
          </a:prstGeom>
          <a:solidFill>
            <a:srgbClr val="046BD2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828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" y="457200"/>
            <a:ext cx="11292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from this foundation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33E7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6565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 Family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65653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Report   ·   October 14,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6565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17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078992"/>
            <a:ext cx="1131112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298448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045CB4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35024" y="11887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5024" y="15179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impressions, clicks, and average keyword positions in Google Search Console.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" y="2103120"/>
            <a:ext cx="1131112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322576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045CB4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3225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35024" y="221284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status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5024" y="254203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Google indexing status for the five optimized pages.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" y="3127248"/>
            <a:ext cx="1131112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346704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045CB4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3467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35024" y="323697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tracking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35024" y="35661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 for court-related counseling and co-parenting keywords.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" y="4151376"/>
            <a:ext cx="1131112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4370832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045CB4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370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35024" y="426110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internal links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35024" y="459028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additional internal linking opportunities across relevant pages.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8912" y="5175504"/>
            <a:ext cx="1131112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5394960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045CB4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5394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35024" y="528523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updates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5024" y="561441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update service content when new SEO opportunities are identified.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45CB4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502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COMPLETE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 place.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38912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 optimized for Blue Jay Family Services.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" y="5074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bluejayfams.com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info@bluejayfams.com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909-544-9322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4920" y="43891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82296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ongoing search optimization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74920" y="1783080"/>
            <a:ext cx="66751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965960"/>
            <a:ext cx="6263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optimization was completed for five key pages. The work included SEO titles and meta descriptions, natural keyword integration, internal linking, image alt text, and indexability checks.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improvements support the website’s SEO structure and provide a foundation for ongoing organic search optimization.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74920" y="4828032"/>
            <a:ext cx="321868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497433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524865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Jay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Services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30768" y="4828032"/>
            <a:ext cx="33192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497433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046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13648" y="53218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14,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Blue Jay Family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On-Page SEO Optimization Report — Blue Jay Family Services</dc:title>
  <dc:subject>On-page SEO optimization completed October 14, 2026</dc:subject>
  <dc:creator>Blue Jay Family Services</dc:creator>
  <cp:lastModifiedBy>Blue Jay Family Services</cp:lastModifiedBy>
  <cp:revision>1</cp:revision>
  <dcterms:created xsi:type="dcterms:W3CDTF">2026-10-14T13:40:30Z</dcterms:created>
  <dcterms:modified xsi:type="dcterms:W3CDTF">2026-10-14T13:40:30Z</dcterms:modified>
</cp:coreProperties>
</file>